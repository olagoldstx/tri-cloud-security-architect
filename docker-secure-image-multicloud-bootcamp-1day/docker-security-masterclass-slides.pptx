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Docker Security Masterclass – Multi-Cloud Edition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 Olakunle Paul Omoniyi</a:t>
            </a:r>
          </a:p>
          <a:p>
            <a:r>
              <a:t>GitHub: github.com/Olagoldstx</a:t>
            </a:r>
          </a:p>
          <a:p/>
          <a:p>
            <a:r>
              <a:t>Building, Hardening, and Defending Containers Across AWS, Azure, and Google Cloud.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Container Security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- Docker architecture, namespaces, cgroups, image layers</a:t>
            </a:r>
          </a:p>
          <a:p>
            <a:pPr>
              <a:defRPr sz="1800"/>
            </a:pPr>
            <a:r>
              <a:t>- Non-root and read-only filesystem principles</a:t>
            </a:r>
          </a:p>
          <a:p>
            <a:pPr>
              <a:defRPr sz="1800"/>
            </a:pPr>
            <a:r>
              <a:t>- Ten Docker Sins: avoiding privileged containers, :latest tags, embedded secrets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Distroless vs Alpine Builds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- Distroless: no shell, minimal surface</a:t>
            </a:r>
          </a:p>
          <a:p>
            <a:pPr>
              <a:defRPr sz="1800"/>
            </a:pPr>
            <a:r>
              <a:t>- Alpine: small, debug-friendly</a:t>
            </a:r>
          </a:p>
          <a:p>
            <a:pPr>
              <a:defRPr sz="1800"/>
            </a:pPr>
            <a:r>
              <a:t>- Multi-stage builds for both</a:t>
            </a:r>
          </a:p>
          <a:p>
            <a:pPr>
              <a:defRPr sz="1800"/>
            </a:pPr>
            <a:r>
              <a:t>- SBOM (Syft) + scan (Trivy) + sign (Cosign)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Multi-Cloud Image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- AWS ECR: role-based CI push, OIDC</a:t>
            </a:r>
          </a:p>
          <a:p>
            <a:pPr>
              <a:defRPr sz="1800"/>
            </a:pPr>
            <a:r>
              <a:t>- GCP Artifact Registry: WIF federation</a:t>
            </a:r>
          </a:p>
          <a:p>
            <a:pPr>
              <a:defRPr sz="1800"/>
            </a:pPr>
            <a:r>
              <a:t>- Azure ACR: Managed Identity for CI/CD</a:t>
            </a:r>
          </a:p>
          <a:p>
            <a:pPr>
              <a:defRPr sz="1800"/>
            </a:pPr>
            <a:r>
              <a:t>- Cosign keyless signing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Kubernetes Defense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- Kyverno: admission control and policy enforcement</a:t>
            </a:r>
          </a:p>
          <a:p>
            <a:pPr>
              <a:defRPr sz="1800"/>
            </a:pPr>
            <a:r>
              <a:t>- Falco: runtime threat detection via eBPF</a:t>
            </a:r>
          </a:p>
          <a:p>
            <a:pPr>
              <a:defRPr sz="1800"/>
            </a:pPr>
            <a:r>
              <a:t>- EKS / GKE / AKS: managed Kubernetes for AWS, GCP, Azure</a:t>
            </a:r>
          </a:p>
          <a:p>
            <a:pPr>
              <a:defRPr sz="1800"/>
            </a:pPr>
            <a:r>
              <a:t>- Zero-Trust posture for container workloads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Kyverno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Definition: Kubernetes-native policy engine to validate, mutate, and verify resources.</a:t>
            </a:r>
          </a:p>
          <a:p>
            <a:pPr>
              <a:defRPr sz="1800"/>
            </a:pPr>
            <a:r>
              <a:t>Use cases:</a:t>
            </a:r>
          </a:p>
          <a:p>
            <a:pPr>
              <a:defRPr sz="1800"/>
            </a:pPr>
            <a:r>
              <a:t>- Enforce non-root, disallow :latest</a:t>
            </a:r>
          </a:p>
          <a:p>
            <a:pPr>
              <a:defRPr sz="1800"/>
            </a:pPr>
            <a:r>
              <a:t>- Require signed images (verifyImages)</a:t>
            </a:r>
          </a:p>
          <a:p>
            <a:pPr>
              <a:defRPr sz="1800"/>
            </a:pPr>
            <a:r>
              <a:t>- Generate default network policies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EKS / GKE / AKS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EKS: Elastic Kubernetes Service (AWS)</a:t>
            </a:r>
          </a:p>
          <a:p>
            <a:pPr>
              <a:defRPr sz="1800"/>
            </a:pPr>
            <a:r>
              <a:t>GKE: Google Kubernetes Engine</a:t>
            </a:r>
          </a:p>
          <a:p>
            <a:pPr>
              <a:defRPr sz="1800"/>
            </a:pPr>
            <a:r>
              <a:t>AKS: Azure Kubernetes Service</a:t>
            </a:r>
          </a:p>
          <a:p>
            <a:pPr>
              <a:defRPr sz="1800"/>
            </a:pPr>
            <a:r>
              <a:t>All manage control plane, scaling, updates.</a:t>
            </a:r>
          </a:p>
          <a:p>
            <a:pPr>
              <a:defRPr sz="1800"/>
            </a:pPr>
            <a:r>
              <a:t>Security integrations: IAM, workload identity, managed keys.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Supply Chain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- SLSA provenance, in-toto attestations</a:t>
            </a:r>
          </a:p>
          <a:p>
            <a:pPr>
              <a:defRPr sz="1800"/>
            </a:pPr>
            <a:r>
              <a:t>- CIS Docker Benchmark alignment</a:t>
            </a:r>
          </a:p>
          <a:p>
            <a:pPr>
              <a:defRPr sz="1800"/>
            </a:pPr>
            <a:r>
              <a:t>- NIST SP 800-190: Container Security</a:t>
            </a:r>
          </a:p>
          <a:p>
            <a:pPr>
              <a:defRPr sz="1800"/>
            </a:pPr>
            <a:r>
              <a:t>- ISO 27001: secure development &amp; ops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Runtime Threat Detection (Falco)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- eBPF-based syscall inspection</a:t>
            </a:r>
          </a:p>
          <a:p>
            <a:pPr>
              <a:defRPr sz="1800"/>
            </a:pPr>
            <a:r>
              <a:t>- Detect privilege escalation, shell spawn, sensitive file access</a:t>
            </a:r>
          </a:p>
          <a:p>
            <a:pPr>
              <a:defRPr sz="1800"/>
            </a:pPr>
            <a:r>
              <a:t>- Integrate with SIEM via syslog or JSON outputs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Professor’s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000"/>
            </a:pPr>
            <a:r>
              <a:t>Olakunle Paul Omoniyi  |  github.com/Olagoldstx</a:t>
            </a:r>
          </a:p>
          <a:p>
            <a:pPr>
              <a:defRPr sz="1800"/>
            </a:pPr>
            <a:r>
              <a:t>- Containers ≠ security by default</a:t>
            </a:r>
          </a:p>
          <a:p>
            <a:pPr>
              <a:defRPr sz="1800"/>
            </a:pPr>
            <a:r>
              <a:t>- Defense in depth: build, runtime, and registry controls</a:t>
            </a:r>
          </a:p>
          <a:p>
            <a:pPr>
              <a:defRPr sz="1800"/>
            </a:pPr>
            <a:r>
              <a:t>- Practice IAM least privilege</a:t>
            </a:r>
          </a:p>
          <a:p>
            <a:pPr>
              <a:defRPr sz="1800"/>
            </a:pPr>
            <a:r>
              <a:t>- Sign, scan, and verify everything</a:t>
            </a:r>
          </a:p>
          <a:p>
            <a:pPr>
              <a:defRPr sz="1800"/>
            </a:pPr>
            <a:r>
              <a:t>- Keep learning and push secure-by-design culture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